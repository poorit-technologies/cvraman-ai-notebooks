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0D9488">
              <a:alpha val="18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188720"/>
            <a:ext cx="2560320" cy="256032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22960"/>
            <a:ext cx="25603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ENGINEERING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Audio &amp; Multi-Model Access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00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Raman Global University, Bhubaneswar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Center of Excellence  •  Developed by Poorit Technologies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2286000" cy="594360"/>
          </a:xfrm>
          <a:prstGeom prst="rect">
            <a:avLst/>
          </a:prstGeom>
          <a:solidFill>
            <a:srgbClr val="1A356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977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🧑‍💻  Hands-on Coding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02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2435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 to access 100+ AI models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7335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73352"/>
            <a:ext cx="502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733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17465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0025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images from text with gpt-image-1-mini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32304"/>
            <a:ext cx="502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3230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505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761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to natural audio with TTS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9125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91256"/>
            <a:ext cx="502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9125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264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Awareness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520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API pricing before you run code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5020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50208"/>
            <a:ext cx="502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5020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4279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 with all three capabilities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Engineering 1  •  Unit 2  •  CV Raman Global University  •  Poorit Technologies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Too Many Libraries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multiple AI providers means learning multiple SDKs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3474720"/>
          </a:xfrm>
          <a:prstGeom prst="rect">
            <a:avLst/>
          </a:prstGeom>
          <a:solidFill>
            <a:srgbClr val="130A1E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LiteLLM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OpenAI — one library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client.chat.completions.create(...)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Google Gemini — different library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google.generativeai as genai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genai.configure(api_key=...)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genai.GenerativeModel(...)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Anthropic — yet another library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anthropic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anthropic.Anthropic()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client.messages.create(...)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931920" cy="3474720"/>
          </a:xfrm>
          <a:prstGeom prst="rect">
            <a:avLst/>
          </a:prstGeom>
          <a:solidFill>
            <a:srgbClr val="0A1F1A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280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LiteLLM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69164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litellm import completion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completion(model="openai/gpt-4o-mini",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messages=[...])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Google Gemini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completion(model="gemini/gemini-2.0-flash",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messages=[...])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Anthropic Claude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completion(model="anthropic/claude-...",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messages=[...])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code. Just change the model name.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Engineering 1  •  Unit 2  •  CV Raman Global University  •  Poorit Technologies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LiteLLM?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Python library for 100+ AI models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21031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chat with any LLM — OpenAI, Gemini, Claude, Ollama and more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6517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9728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🖼️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00400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74720" y="2286000"/>
            <a:ext cx="21031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image_generation()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651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images from text prompts using models like gpt-image-1-mini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097280"/>
            <a:ext cx="26517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🔊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035040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09360" y="2286000"/>
            <a:ext cx="21031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speech()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2651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to natural speech with OpenAI TTS voices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840480"/>
            <a:ext cx="8412480" cy="868680"/>
          </a:xfrm>
          <a:prstGeom prst="rect">
            <a:avLst/>
          </a:prstGeom>
          <a:solidFill>
            <a:srgbClr val="0F2344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384048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100+ providers — one Python import — zero refactoring when you switch models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Engineering 1  •  Unit 2  •  CV Raman Global University  •  Poorit Technologies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Providers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model string — everything else stays the same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2103120"/>
                <a:gridCol w="1737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Provider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 String in LiteLLM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API Key Variable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openai/gpt-4o-mini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OPENAI_API_KEY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gemini/gemini-2.0-flash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GOOGLE_API_KEY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available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anthropic/claude-sonnet-4-5-20250929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ANTHROPIC_API_KEY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reasoning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(Ollama)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ollama/llama3.2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(no key needed)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on your 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480560"/>
            <a:ext cx="8412480" cy="384048"/>
          </a:xfrm>
          <a:prstGeom prst="rect">
            <a:avLst/>
          </a:prstGeom>
          <a:solidFill>
            <a:srgbClr val="0A1F1A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44805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 Install with:  pip install litellm     |     Import:  from litellm import completion, image_generation, speech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Engineering 1  •  Unit 2  •  CV Raman Global University  •  Poorit Technologies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Completion — Code Walkthrough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5029200" cy="3931920"/>
          </a:xfrm>
          <a:prstGeom prst="rect">
            <a:avLst/>
          </a:prstGeom>
          <a:solidFill>
            <a:srgbClr val="0D1117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88696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88696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88696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litellm import completion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completion(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model="openai/gpt-4o-mini",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"role": "user",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"content": "Fun fact about India?"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print(response.choices[0].message.content)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print(f"Tokens: {response.usage.total_tokens}")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105156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051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25312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completion function from litellm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81051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25312" y="1810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model — provider/model-name format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237744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25312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messages format you already know from OpenAI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33832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25312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response the same way too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393192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25312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 is included automatically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Engineering 1  •  Unit 2  •  CV Raman Global University  •  Poorit Technologies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Providers — That's It!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string to use a completely different AI provider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840480" cy="2560320"/>
          </a:xfrm>
          <a:prstGeom prst="rect">
            <a:avLst/>
          </a:prstGeom>
          <a:solidFill>
            <a:srgbClr val="0D1117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544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completion(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model="openai/gpt-4o-mini",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"role": "user",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"content": "Fun fact about India?"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Flash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1463040"/>
            <a:ext cx="3840480" cy="2560320"/>
          </a:xfrm>
          <a:prstGeom prst="rect">
            <a:avLst/>
          </a:prstGeom>
          <a:solidFill>
            <a:srgbClr val="0D1117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74920" y="15544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completion(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model="gemini/gemini-2.0-flash",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"role": "user",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"content": "Fun fact about India?"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74920" y="1728216"/>
            <a:ext cx="3566160" cy="192024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solidFill>
            <a:srgbClr val="0A1F1A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Only "gemini/gemini-2.0-flash" changed — the rest of your code is identical. Set GOOGLE_API_KEY and you're done.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Engineering 1  •  Unit 2  •  CV Raman Global University  •  Poorit Technologies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 with LiteLLM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" cy="1097280"/>
          </a:xfrm>
          <a:prstGeom prst="ellipse">
            <a:avLst/>
          </a:prstGeom>
          <a:solidFill>
            <a:srgbClr val="0D9488">
              <a:alpha val="2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Prompt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974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0" y="822960"/>
            <a:ext cx="1097280" cy="1097280"/>
          </a:xfrm>
          <a:prstGeom prst="ellipse">
            <a:avLst/>
          </a:prstGeom>
          <a:solidFill>
            <a:srgbClr val="7C3AED">
              <a:alpha val="2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8229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920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gpt-image-1-mini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1500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92240" y="822960"/>
            <a:ext cx="1097280" cy="1097280"/>
          </a:xfrm>
          <a:prstGeom prst="ellipse">
            <a:avLst/>
          </a:prstGeom>
          <a:solidFill>
            <a:srgbClr val="EA580C">
              <a:alpha val="20000"/>
            </a:srgbClr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8229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🖼️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9360" y="1920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Image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5303520" cy="2377440"/>
          </a:xfrm>
          <a:prstGeom prst="rect">
            <a:avLst/>
          </a:prstGeom>
          <a:solidFill>
            <a:srgbClr val="0D1117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42316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litellm import image_generation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PIL import Image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io import BytesIO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base64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image_generation(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model="gpt-image-1-mini",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prompt="Taj Mahal at sunset, vibrant colors",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quality="low"   # cheaper for learning!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img_data = response.data[0].b64_json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= Image.open(BytesIO(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base64.b64decode(img_data)))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image.show()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233172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23317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Cost:  ~$0.005 / image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2898648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289864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Size:  1024 × 1024 px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346557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35040" y="346557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Quality:  low | medium | high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4032504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35040" y="403250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 Use low quality while learning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Engineering 1  •  Unit 2  •  CV Raman Global University  •  Poorit Technologies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with LiteLLM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any text to natural audio in one function call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0" cy="3291840"/>
          </a:xfrm>
          <a:prstGeom prst="rect">
            <a:avLst/>
          </a:prstGeom>
          <a:solidFill>
            <a:srgbClr val="0D1117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20700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2070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20700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173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litellm import speech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IPython.display import Audio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speech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= speech(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model="openai/gpt-4o-mini-tts-2025-03-20",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voice="alloy",     # choose your voice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input="Welcome to AI Systems Engineering!"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and play in Jupyter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audio.stream_to_file("output.mp3")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Audio("output.mp3")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0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Voices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0" y="1508760"/>
            <a:ext cx="3063240" cy="420624"/>
          </a:xfrm>
          <a:prstGeom prst="rect">
            <a:avLst/>
          </a:prstGeom>
          <a:solidFill>
            <a:srgbClr val="0A1F1A"/>
          </a:solidFill>
          <a:ln w="1905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6440" y="15087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0" y="15087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Neutral, clear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2002536"/>
            <a:ext cx="3063240" cy="420624"/>
          </a:xfrm>
          <a:prstGeom prst="rect">
            <a:avLst/>
          </a:prstGeom>
          <a:solidFill>
            <a:srgbClr val="0A1F1A"/>
          </a:solidFill>
          <a:ln w="1905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06440" y="20025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23760" y="20025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friendly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2496312"/>
            <a:ext cx="3063240" cy="420624"/>
          </a:xfrm>
          <a:prstGeom prst="rect">
            <a:avLst/>
          </a:prstGeom>
          <a:solidFill>
            <a:srgbClr val="0A1F1A"/>
          </a:solidFill>
          <a:ln w="1905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06440" y="24963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24963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calm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2990088"/>
            <a:ext cx="3063240" cy="420624"/>
          </a:xfrm>
          <a:prstGeom prst="rect">
            <a:avLst/>
          </a:prstGeom>
          <a:solidFill>
            <a:srgbClr val="0A1F1A"/>
          </a:solidFill>
          <a:ln w="1905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6440" y="29900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onyx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29900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confident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3483864"/>
            <a:ext cx="3063240" cy="420624"/>
          </a:xfrm>
          <a:prstGeom prst="rect">
            <a:avLst/>
          </a:prstGeom>
          <a:solidFill>
            <a:srgbClr val="0A1F1A"/>
          </a:solidFill>
          <a:ln w="1905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06440" y="348386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shimmer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348386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Bright, energetic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3977640"/>
            <a:ext cx="3063240" cy="420624"/>
          </a:xfrm>
          <a:prstGeom prst="rect">
            <a:avLst/>
          </a:prstGeom>
          <a:solidFill>
            <a:srgbClr val="0A1F1A"/>
          </a:solidFill>
          <a:ln w="1905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06440" y="3977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0" y="3977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tone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solidFill>
            <a:srgbClr val="0A1F1A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Cost: ~$0.016 per 1,000 characters  •  ~1 paragraph of audio  •  Great for narrated course content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Engineering 1  •  Unit 2  •  CV Raman Global University  •  Poorit Technologies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658368"/>
          </a:xfrm>
          <a:prstGeom prst="rect">
            <a:avLst/>
          </a:prstGeom>
          <a:solidFill>
            <a:srgbClr val="1A3560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54864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86868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gives you completion(), image_generation(), and speech() — one library for 100+ models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8412480" cy="658368"/>
          </a:xfrm>
          <a:prstGeom prst="rect">
            <a:avLst/>
          </a:prstGeom>
          <a:solidFill>
            <a:srgbClr val="1A3560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27632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2763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16276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providers by changing only the model string. No other code changes needed.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386584"/>
            <a:ext cx="8412480" cy="658368"/>
          </a:xfrm>
          <a:prstGeom prst="rect">
            <a:avLst/>
          </a:prstGeom>
          <a:solidFill>
            <a:srgbClr val="1A356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86584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86584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238658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images from text prompts using gpt-image-1-mini with base64 output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145536"/>
            <a:ext cx="8412480" cy="658368"/>
          </a:xfrm>
          <a:prstGeom prst="rect">
            <a:avLst/>
          </a:prstGeom>
          <a:solidFill>
            <a:srgbClr val="1A3560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45536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45536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3145536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natural audio from any text using speech() — 11 voices available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904488"/>
            <a:ext cx="8412480" cy="658368"/>
          </a:xfrm>
          <a:prstGeom prst="rect">
            <a:avLst/>
          </a:prstGeom>
          <a:solidFill>
            <a:srgbClr val="1A3560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904488"/>
            <a:ext cx="54864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04488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5840" y="390448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API costs first. Use cheap models during development.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Unit 3 — Open-source models, Fine-tuning &amp; Evaluation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Systems Engineering 1 - Unit 2</dc:title>
  <dc:subject>PptxGenJS Presentation</dc:subject>
  <dc:creator>Poorit Technologies</dc:creator>
  <cp:lastModifiedBy>Poorit Technologies</cp:lastModifiedBy>
  <cp:revision>1</cp:revision>
  <dcterms:created xsi:type="dcterms:W3CDTF">2026-02-24T01:27:38Z</dcterms:created>
  <dcterms:modified xsi:type="dcterms:W3CDTF">2026-02-24T01:27:38Z</dcterms:modified>
</cp:coreProperties>
</file>