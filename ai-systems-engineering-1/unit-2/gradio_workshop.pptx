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3" d="100"/>
          <a:sy n="103" d="100"/>
        </p:scale>
        <p:origin x="456" y="-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6869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3840480" cy="6400800"/>
          </a:xfrm>
          <a:prstGeom prst="rect">
            <a:avLst/>
          </a:prstGeom>
          <a:solidFill>
            <a:srgbClr val="1B2A6B">
              <a:alpha val="70000"/>
            </a:srgbClr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114800"/>
            <a:ext cx="9144000" cy="1371600"/>
          </a:xfrm>
          <a:prstGeom prst="rect">
            <a:avLst/>
          </a:prstGeom>
          <a:solidFill>
            <a:srgbClr val="1B2A6B">
              <a:alpha val="50000"/>
            </a:srgbClr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POORIT TECHNOLOGIES  ·  BEGINNER WORKSHOP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5669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AI App UIs</a:t>
            </a:r>
            <a:endParaRPr lang="en-US" sz="4600" dirty="0"/>
          </a:p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Gradio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Core Concepts · Hands-on Python · No Frontend Needed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0" y="731520"/>
            <a:ext cx="2743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D4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gradio as gr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D4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greet(name):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D4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f"Hello, {name}!"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D4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= gr.Interface(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D4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fn=greet,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D4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inputs="textbox",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D4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outputs="markdown"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D4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D4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app.launch()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1143000" cy="347472"/>
          </a:xfrm>
          <a:prstGeom prst="roundRect">
            <a:avLst>
              <a:gd name="adj" fmla="val 26316"/>
            </a:avLst>
          </a:prstGeom>
          <a:solidFill>
            <a:srgbClr val="1B2A6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365760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28800" y="3657600"/>
            <a:ext cx="1143000" cy="347472"/>
          </a:xfrm>
          <a:prstGeom prst="roundRect">
            <a:avLst>
              <a:gd name="adj" fmla="val 26316"/>
            </a:avLst>
          </a:prstGeom>
          <a:solidFill>
            <a:srgbClr val="1B2A6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828800" y="365760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UIs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08960" y="3657600"/>
            <a:ext cx="1143000" cy="347472"/>
          </a:xfrm>
          <a:prstGeom prst="roundRect">
            <a:avLst>
              <a:gd name="adj" fmla="val 26316"/>
            </a:avLst>
          </a:prstGeom>
          <a:solidFill>
            <a:srgbClr val="1B2A6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108960" y="365760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89120" y="3657600"/>
            <a:ext cx="1143000" cy="347472"/>
          </a:xfrm>
          <a:prstGeom prst="roundRect">
            <a:avLst>
              <a:gd name="adj" fmla="val 26316"/>
            </a:avLst>
          </a:prstGeom>
          <a:solidFill>
            <a:srgbClr val="1B2A6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389120" y="365760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0" y="3657600"/>
            <a:ext cx="1143000" cy="347472"/>
          </a:xfrm>
          <a:prstGeom prst="roundRect">
            <a:avLst>
              <a:gd name="adj" fmla="val 26316"/>
            </a:avLst>
          </a:prstGeom>
          <a:solidFill>
            <a:srgbClr val="1B2A6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69280" y="365760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4828032"/>
            <a:ext cx="9144000" cy="310896"/>
          </a:xfrm>
          <a:prstGeom prst="rect">
            <a:avLst/>
          </a:prstGeom>
          <a:solidFill>
            <a:srgbClr val="090E24"/>
          </a:solidFill>
          <a:ln w="12700">
            <a:solidFill>
              <a:srgbClr val="090E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poorit.com  ·  AI Faculty Development Program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548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91440"/>
            <a:ext cx="54864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Gradio?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078992"/>
            <a:ext cx="54864" cy="1078992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188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UI Library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48132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web interfaces for AI/ML models using pure Python — no HTML, CSS, or JavaScript needed.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286000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" y="2286000"/>
            <a:ext cx="54864" cy="10789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3957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Any Function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2688336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any Python function and Gradio auto-generates an interactive web app around it instantly.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493008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" y="3493008"/>
            <a:ext cx="54864" cy="10789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360273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Install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3895344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 in seconds. Gradio is a standard pip package with no complex setup required.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1024128"/>
            <a:ext cx="4160520" cy="3675888"/>
          </a:xfrm>
          <a:prstGeom prst="rect">
            <a:avLst/>
          </a:prstGeom>
          <a:solidFill>
            <a:srgbClr val="0F172A"/>
          </a:solidFill>
          <a:ln w="1905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828032" y="1143000"/>
            <a:ext cx="118872" cy="118872"/>
          </a:xfrm>
          <a:prstGeom prst="lin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029200" y="1143000"/>
            <a:ext cx="118872" cy="118872"/>
          </a:xfrm>
          <a:prstGeom prst="lin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230368" y="1143000"/>
            <a:ext cx="118872" cy="118872"/>
          </a:xfrm>
          <a:prstGeom prst="lin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00600" y="1353312"/>
            <a:ext cx="3886200" cy="3218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gradio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gradio as gr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predict(text):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text.upper()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= gr.Interface(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fn=predict,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inputs="textbox",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outputs="textbox"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app.launch()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28032"/>
            <a:ext cx="9144000" cy="310896"/>
          </a:xfrm>
          <a:prstGeom prst="rect">
            <a:avLst/>
          </a:prstGeom>
          <a:solidFill>
            <a:srgbClr val="111A45"/>
          </a:solidFill>
          <a:ln w="12700">
            <a:solidFill>
              <a:srgbClr val="111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4320" y="48463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Poorit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Technologies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0" y="48463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/ 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0" y="48463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Workshop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548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91440"/>
            <a:ext cx="68580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gr.Interface()  —  Core Pattern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107899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3-Argument Formula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142646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Gradio interface is built from just three things: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92024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920240"/>
            <a:ext cx="54864" cy="749808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9933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F9C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26771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Python function that processes input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78892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2788920"/>
            <a:ext cx="54864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8620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13639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type(s) for user input — Textbox, Dropdown, Image…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65760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" y="3657600"/>
            <a:ext cx="54864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37307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400507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type(s) for displaying results — Textbox, Markdown, Image…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1024128"/>
            <a:ext cx="4160520" cy="3675888"/>
          </a:xfrm>
          <a:prstGeom prst="rect">
            <a:avLst/>
          </a:prstGeom>
          <a:solidFill>
            <a:srgbClr val="0F172A"/>
          </a:solidFill>
          <a:ln w="1905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28032" y="1143000"/>
            <a:ext cx="118872" cy="118872"/>
          </a:xfrm>
          <a:prstGeom prst="lin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029200" y="1143000"/>
            <a:ext cx="118872" cy="118872"/>
          </a:xfrm>
          <a:prstGeom prst="lin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230368" y="1143000"/>
            <a:ext cx="118872" cy="118872"/>
          </a:xfrm>
          <a:prstGeom prst="lin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00600" y="1353312"/>
            <a:ext cx="3886200" cy="3218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gradio as gr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translate(text, lang):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your logic here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translated_text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Core pattern: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= gr.Interface(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fn=translate,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inputs=[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gr.Textbox(label="Input"),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gr.Dropdown(["ES","FR","DE"])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],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outputs=gr.Markdown()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app.launch()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828032"/>
            <a:ext cx="9144000" cy="310896"/>
          </a:xfrm>
          <a:prstGeom prst="rect">
            <a:avLst/>
          </a:prstGeom>
          <a:solidFill>
            <a:srgbClr val="111A45"/>
          </a:solidFill>
          <a:ln w="12700">
            <a:solidFill>
              <a:srgbClr val="111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" y="48463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Poorit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Technologies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0" y="48463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/ 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0" y="48463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Workshop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548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91440"/>
            <a:ext cx="68580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 —  Real-Time Output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0515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Without Streaming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389888"/>
            <a:ext cx="4023360" cy="1965960"/>
          </a:xfrm>
          <a:prstGeom prst="rect">
            <a:avLst/>
          </a:prstGeom>
          <a:solidFill>
            <a:srgbClr val="0F172A"/>
          </a:solidFill>
          <a:ln w="1905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38912" y="1508760"/>
            <a:ext cx="118872" cy="118872"/>
          </a:xfrm>
          <a:prstGeom prst="lin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" y="1508760"/>
            <a:ext cx="118872" cy="118872"/>
          </a:xfrm>
          <a:prstGeom prst="lin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41248" y="1508760"/>
            <a:ext cx="118872" cy="118872"/>
          </a:xfrm>
          <a:prstGeom prst="lin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1719072"/>
            <a:ext cx="37490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generate(prompt):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model(prompt)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result  # waits...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User stares at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blank screen 😞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10515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With Streaming (yield)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46320" y="1389888"/>
            <a:ext cx="4023360" cy="1965960"/>
          </a:xfrm>
          <a:prstGeom prst="rect">
            <a:avLst/>
          </a:prstGeom>
          <a:solidFill>
            <a:srgbClr val="0F172A"/>
          </a:solidFill>
          <a:ln w="1905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10912" y="1508760"/>
            <a:ext cx="118872" cy="118872"/>
          </a:xfrm>
          <a:prstGeom prst="lin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212080" y="1508760"/>
            <a:ext cx="118872" cy="118872"/>
          </a:xfrm>
          <a:prstGeom prst="lin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13248" y="1508760"/>
            <a:ext cx="118872" cy="118872"/>
          </a:xfrm>
          <a:prstGeom prst="lin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83480" y="1719072"/>
            <a:ext cx="37490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generate(prompt):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partial = ""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token in model(prompt):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partial += token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yield partial  # live!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Text streams in 🚀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15968" y="2011680"/>
            <a:ext cx="512064" cy="320040"/>
          </a:xfrm>
          <a:prstGeom prst="rect">
            <a:avLst/>
          </a:prstGeom>
          <a:solidFill>
            <a:srgbClr val="1B2A6B"/>
          </a:solidFill>
          <a:ln w="1905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315968" y="2011680"/>
            <a:ext cx="512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74320" y="3547872"/>
            <a:ext cx="8595360" cy="987552"/>
          </a:xfrm>
          <a:prstGeom prst="rect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3547872"/>
            <a:ext cx="54864" cy="987552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5488" y="362102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Why This Matters for LLM Apps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" y="388620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generate tokens one at a time. Using yield lets users read the answer as it forms — making your app feel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responsive. This is the standard UX pattern used by ChatGPT, Claude, and all modern AI products.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28032"/>
            <a:ext cx="9144000" cy="310896"/>
          </a:xfrm>
          <a:prstGeom prst="rect">
            <a:avLst/>
          </a:prstGeom>
          <a:solidFill>
            <a:srgbClr val="111A45"/>
          </a:solidFill>
          <a:ln w="12700">
            <a:solidFill>
              <a:srgbClr val="111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4320" y="48463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Poorit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Technologies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0" y="48463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/ 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0" y="48463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Workshop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548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91440"/>
            <a:ext cx="68580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gr.ChatInterface()  —  Built-in Chat UI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420624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078992"/>
            <a:ext cx="54864" cy="106070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1704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Zero UI work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1472184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renders a full chat interface automatically — input box, send button, message history, all included.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267712"/>
            <a:ext cx="420624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2267712"/>
            <a:ext cx="54864" cy="106070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35915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📨  Smart function signature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2660904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function receives (message, history) automatically. No need to manage the UI state yourself.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3456432"/>
            <a:ext cx="420624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3456432"/>
            <a:ext cx="54864" cy="106070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354787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Standard history format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3849624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is a list of dicts: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[{"role": "user", "content": "..."},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{"role": "assistant", "content": "..."}]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09160" y="1024128"/>
            <a:ext cx="4114800" cy="3675888"/>
          </a:xfrm>
          <a:prstGeom prst="rect">
            <a:avLst/>
          </a:prstGeom>
          <a:solidFill>
            <a:srgbClr val="0F172A"/>
          </a:solidFill>
          <a:ln w="1905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873752" y="1143000"/>
            <a:ext cx="118872" cy="118872"/>
          </a:xfrm>
          <a:prstGeom prst="lin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074920" y="1143000"/>
            <a:ext cx="118872" cy="118872"/>
          </a:xfrm>
          <a:prstGeom prst="lin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276088" y="1143000"/>
            <a:ext cx="118872" cy="118872"/>
          </a:xfrm>
          <a:prstGeom prst="lin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46320" y="1353312"/>
            <a:ext cx="3840480" cy="3218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gradio as gr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chat_fn(message, history):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history = list of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{"role":..,"content":..}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response = ""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token in llm(message):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response += token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yield response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= gr.ChatInterface(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fn=chat_fn,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type="messages"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app.launch()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28032"/>
            <a:ext cx="9144000" cy="310896"/>
          </a:xfrm>
          <a:prstGeom prst="rect">
            <a:avLst/>
          </a:prstGeom>
          <a:solidFill>
            <a:srgbClr val="111A45"/>
          </a:solidFill>
          <a:ln w="12700">
            <a:solidFill>
              <a:srgbClr val="111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4320" y="48463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Poorit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Technologies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0" y="48463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/ 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0" y="48463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Workshop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548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91440"/>
            <a:ext cx="68580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gr.Blocks()  —  Custom Layouts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024128"/>
            <a:ext cx="27432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024128"/>
            <a:ext cx="27432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11556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Full Layout Control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444752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gr.Row() and gr.Column() to arrange components in any grid or flex layout.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1024128"/>
            <a:ext cx="27432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1024128"/>
            <a:ext cx="27432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37560" y="111556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Event Handling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1444752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.click(), .submit(), .change() — attach actions to any component interaction.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1024128"/>
            <a:ext cx="27432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26480" y="1024128"/>
            <a:ext cx="27432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63640" y="111556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Action Chaining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63640" y="1444752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.then() chains multiple steps — run one function, then trigger the next automatically.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2468880"/>
            <a:ext cx="8595360" cy="2157984"/>
          </a:xfrm>
          <a:prstGeom prst="rect">
            <a:avLst/>
          </a:prstGeom>
          <a:solidFill>
            <a:srgbClr val="0F172A"/>
          </a:solidFill>
          <a:ln w="1905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38912" y="2587752"/>
            <a:ext cx="118872" cy="118872"/>
          </a:xfrm>
          <a:prstGeom prst="lin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0080" y="2587752"/>
            <a:ext cx="118872" cy="118872"/>
          </a:xfrm>
          <a:prstGeom prst="lin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41248" y="2587752"/>
            <a:ext cx="118872" cy="118872"/>
          </a:xfrm>
          <a:prstGeom prst="lin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" y="2798064"/>
            <a:ext cx="8321040" cy="1700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gradio as gr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gr.Blocks() as app: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gr.Markdown("## My AI Tool")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 gr.Row():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inp = gr.Textbox(label="Input")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out = gr.Textbox(label="Output")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btn = gr.Button("Run")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btn.click(fn=process, inputs=inp, outputs=out).then(fn=log_result, inputs=out)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app.launch()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28032"/>
            <a:ext cx="9144000" cy="310896"/>
          </a:xfrm>
          <a:prstGeom prst="rect">
            <a:avLst/>
          </a:prstGeom>
          <a:solidFill>
            <a:srgbClr val="111A45"/>
          </a:solidFill>
          <a:ln w="12700">
            <a:solidFill>
              <a:srgbClr val="111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4320" y="48463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Poorit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Technologies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0" y="48463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/ 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0" y="48463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Workshop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Ready to Build with Gradio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concepts · 5 slides · endless AI apps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1572768" cy="2176272"/>
          </a:xfrm>
          <a:prstGeom prst="rect">
            <a:avLst/>
          </a:prstGeom>
          <a:solidFill>
            <a:srgbClr val="1B2A6B"/>
          </a:solidFill>
          <a:ln w="1905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1572768" cy="384048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371600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1847088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267712"/>
            <a:ext cx="13898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F9C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F9C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gradio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011680" y="1371600"/>
            <a:ext cx="1572768" cy="2176272"/>
          </a:xfrm>
          <a:prstGeom prst="rect">
            <a:avLst/>
          </a:prstGeom>
          <a:solidFill>
            <a:srgbClr val="1B2A6B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011680" y="1371600"/>
            <a:ext cx="1572768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011680" y="1371600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103120" y="1847088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03120" y="2267712"/>
            <a:ext cx="13898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+ inputs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outputs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749040" y="1371600"/>
            <a:ext cx="1572768" cy="2176272"/>
          </a:xfrm>
          <a:prstGeom prst="rect">
            <a:avLst/>
          </a:prstGeom>
          <a:solidFill>
            <a:srgbClr val="1B2A6B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749040" y="1371600"/>
            <a:ext cx="1572768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749040" y="1371600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840480" y="1847088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40480" y="2267712"/>
            <a:ext cx="13898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yield &gt;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0" y="1371600"/>
            <a:ext cx="1572768" cy="2176272"/>
          </a:xfrm>
          <a:prstGeom prst="rect">
            <a:avLst/>
          </a:prstGeom>
          <a:solidFill>
            <a:srgbClr val="1B2A6B"/>
          </a:solidFill>
          <a:ln w="190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486400" y="1371600"/>
            <a:ext cx="1572768" cy="38404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0" y="1371600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577840" y="1847088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77840" y="2267712"/>
            <a:ext cx="13898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ChatInterface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history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223760" y="1371600"/>
            <a:ext cx="1572768" cy="2176272"/>
          </a:xfrm>
          <a:prstGeom prst="rect">
            <a:avLst/>
          </a:prstGeom>
          <a:solidFill>
            <a:srgbClr val="1B2A6B"/>
          </a:solidFill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223760" y="1371600"/>
            <a:ext cx="1572768" cy="3840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223760" y="1371600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315200" y="1847088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315200" y="2267712"/>
            <a:ext cx="13898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Layout +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3730752"/>
            <a:ext cx="8412480" cy="877824"/>
          </a:xfrm>
          <a:prstGeom prst="rect">
            <a:avLst/>
          </a:prstGeom>
          <a:solidFill>
            <a:srgbClr val="1B2A6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94360" y="38221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Next Steps: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94360" y="411480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building a text summarizer  ·  Add streaming to your existing functions  ·  Build a multi-tab app with gr.Blocks()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4828032"/>
            <a:ext cx="9144000" cy="310896"/>
          </a:xfrm>
          <a:prstGeom prst="rect">
            <a:avLst/>
          </a:prstGeom>
          <a:solidFill>
            <a:srgbClr val="090E24"/>
          </a:solidFill>
          <a:ln w="12700">
            <a:solidFill>
              <a:srgbClr val="090E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Poorit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Technologies  ·  AI Faculty Development Program  ·  poorit.com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894</Words>
  <Application>Microsoft Office PowerPoint</Application>
  <PresentationFormat>On-screen Show (16:9)</PresentationFormat>
  <Paragraphs>185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Gradio Workshop – Poorit Technology</dc:title>
  <dc:subject>PptxGenJS Presentation</dc:subject>
  <dc:creator>PptxGenJS</dc:creator>
  <cp:lastModifiedBy>Bhupendra Dahal</cp:lastModifiedBy>
  <cp:revision>2</cp:revision>
  <dcterms:created xsi:type="dcterms:W3CDTF">2026-02-20T02:28:10Z</dcterms:created>
  <dcterms:modified xsi:type="dcterms:W3CDTF">2026-02-20T02:59:28Z</dcterms:modified>
</cp:coreProperties>
</file>